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Lâmina de capa. Substitua título, módulo, nome e data. Não acrescente grafismos.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Divisória de seção. Use o número da seção e um subtítulo de uma linha 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Lâmina de texto com nota lateral. Máximo de três níveis hierárquicos por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blocos comparativos. O bloco em foco recebe fundo Bordô; os outros ficam em Prata clara.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Lâmina de respiro. Uma frase por slide, nada mais. Conta na cota de fundo Bordô.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Lâmina de dados. Sempre declare o limite do método logo abaixo dos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Lâmina de encerramento. Confirme o e-mail institucional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8198" y="1691640"/>
            <a:ext cx="16047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spc="108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070130" y="1873377"/>
            <a:ext cx="51435" cy="548640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58725" y="1691640"/>
            <a:ext cx="16047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spc="108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175608" y="2880360"/>
            <a:ext cx="3840480" cy="10973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54700" y="2850185"/>
            <a:ext cx="82296" cy="82296"/>
          </a:xfrm>
          <a:prstGeom prst="ellipse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Título da apresentação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A8A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0 · EIXO DE PESQUISA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Nome de quem apresenta · 00 de mês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B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2286000"/>
            <a:ext cx="8442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Título da seção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971800" y="3703320"/>
            <a:ext cx="8396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D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linha dizendo o que esta seção resolve.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RESPONSABILIDADE CIVIL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94484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título que caiba em duas linhas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C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parágrafo do argumento, em frases curtas. A voz da liga abre com o problema que qualquer pessoa reconhece.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1C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 parágrafo: a doutrina entra aqui, depois que o problema já está claro para quem ouve.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55280" y="2468880"/>
            <a:ext cx="3413455" cy="1828800"/>
          </a:xfrm>
          <a:prstGeom prst="rect">
            <a:avLst/>
          </a:prstGeom>
          <a:solidFill>
            <a:srgbClr val="DCDFE1"/>
          </a:solidFill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spc="20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LEMBRAR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tecnicidade nova por parágrafo. Se a frase tem jargão jurídico e computacional ao mesmo tempo, um dos dois já precisa ter sido explicado antes.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ACADÊMICA DE DIREITO E TECNOLOGIA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42855" y="6089904"/>
            <a:ext cx="38633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6" kern="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462209" y="6133656"/>
            <a:ext cx="12382" cy="132080"/>
          </a:xfrm>
          <a:prstGeom prst="rect">
            <a:avLst/>
          </a:prstGeom>
          <a:solidFill>
            <a:srgbClr val="1C1B1A"/>
          </a:solidFill>
          <a:ln w="12700">
            <a:solidFill>
              <a:srgbClr val="1C1B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07612" y="6089904"/>
            <a:ext cx="38633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6" kern="0" dirty="0">
                <a:solidFill>
                  <a:srgbClr val="6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· RESPONSABILIDADE CIVIL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teorias em disputa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que cada uma exige de prova.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3332378" cy="2240280"/>
          </a:xfrm>
          <a:prstGeom prst="roundRect">
            <a:avLst>
              <a:gd name="adj" fmla="val 2449"/>
            </a:avLst>
          </a:prstGeom>
          <a:solidFill>
            <a:srgbClr val="DCDFE1"/>
          </a:solidFill>
          <a:ln w="12700">
            <a:solidFill>
              <a:srgbClr val="DCDF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78992" y="3273552"/>
            <a:ext cx="2820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Fato do serviço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78992" y="4160520"/>
            <a:ext cx="28203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defeito está no produto colocado no mercado.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29658" y="2697480"/>
            <a:ext cx="3332378" cy="2240280"/>
          </a:xfrm>
          <a:prstGeom prst="roundRect">
            <a:avLst>
              <a:gd name="adj" fmla="val 2449"/>
            </a:avLst>
          </a:prstGeom>
          <a:solidFill>
            <a:srgbClr val="DCDFE1"/>
          </a:solidFill>
          <a:ln w="12700">
            <a:solidFill>
              <a:srgbClr val="DCDF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569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85690" y="3273552"/>
            <a:ext cx="2820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da atividade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85690" y="4160520"/>
            <a:ext cx="28203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explora a atividade responde pelo risco criado.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36357" y="2697480"/>
            <a:ext cx="3332378" cy="2240280"/>
          </a:xfrm>
          <a:prstGeom prst="roundRect">
            <a:avLst>
              <a:gd name="adj" fmla="val 2449"/>
            </a:avLst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2389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CD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92389" y="3273552"/>
            <a:ext cx="28203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Culpa do desenvolvedor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292389" y="4160520"/>
            <a:ext cx="28203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DF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falha está em quem projetou e treinou o sistema.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ACADÊMICA DE DIREITO E TECNOLOGIA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42855" y="6089904"/>
            <a:ext cx="38633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6" kern="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462209" y="6133656"/>
            <a:ext cx="12382" cy="132080"/>
          </a:xfrm>
          <a:prstGeom prst="rect">
            <a:avLst/>
          </a:prstGeom>
          <a:solidFill>
            <a:srgbClr val="1C1B1A"/>
          </a:solidFill>
          <a:ln w="12700">
            <a:solidFill>
              <a:srgbClr val="1C1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07612" y="6089904"/>
            <a:ext cx="38633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6" kern="0" dirty="0">
                <a:solidFill>
                  <a:srgbClr val="6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F11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3040" y="2103120"/>
            <a:ext cx="92656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sentença precisa dizer por quê. Um modelo, por enquanto, não diz.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724248" y="4434840"/>
            <a:ext cx="2743200" cy="10973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54700" y="4404665"/>
            <a:ext cx="82296" cy="82296"/>
          </a:xfrm>
          <a:prstGeom prst="ellipse">
            <a:avLst/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4709160"/>
            <a:ext cx="9265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A8AD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ART. 93, IX · CF/88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LEVANTAMENTO · BASE E MÉTODO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Números primeiro, interpretação depois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18288" cy="1371600"/>
          </a:xfrm>
          <a:prstGeom prst="rect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331720"/>
            <a:ext cx="222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42.893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24128" y="3127248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analisadas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7984" y="2331720"/>
            <a:ext cx="18288" cy="1371600"/>
          </a:xfrm>
          <a:prstGeom prst="rect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9152" y="2331720"/>
            <a:ext cx="222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6,2%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729152" y="3127248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citam sistema automatizado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2331720"/>
            <a:ext cx="18288" cy="1371600"/>
          </a:xfrm>
          <a:prstGeom prst="rect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4176" y="2331720"/>
            <a:ext cx="222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434176" y="3127248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tribunais na amostra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38031" y="2331720"/>
            <a:ext cx="18288" cy="1371600"/>
          </a:xfrm>
          <a:prstGeom prst="rect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39199" y="2331720"/>
            <a:ext cx="2229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139199" y="3127248"/>
            <a:ext cx="2229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na janela · 2019 a 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062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C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método não autoriza concluir: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1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amostra cobre decisões publicadas, não o universo de processos — ausência de menção não é ausência de uso.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144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6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ACADÊMICA DE DIREITO E TECNOLOGIA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42855" y="6089904"/>
            <a:ext cx="38633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6" kern="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462209" y="6133656"/>
            <a:ext cx="12382" cy="132080"/>
          </a:xfrm>
          <a:prstGeom prst="rect">
            <a:avLst/>
          </a:prstGeom>
          <a:solidFill>
            <a:srgbClr val="1C1B1A"/>
          </a:solidFill>
          <a:ln w="12700">
            <a:solidFill>
              <a:srgbClr val="1C1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07612" y="6089904"/>
            <a:ext cx="38633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6" kern="0" dirty="0">
                <a:solidFill>
                  <a:srgbClr val="6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5541" y="2286000"/>
            <a:ext cx="130759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88" kern="0" dirty="0">
                <a:solidFill>
                  <a:srgbClr val="1C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074893" y="2434082"/>
            <a:ext cx="41910" cy="447040"/>
          </a:xfrm>
          <a:prstGeom prst="rect">
            <a:avLst/>
          </a:prstGeom>
          <a:solidFill>
            <a:srgbClr val="1C1B1A"/>
          </a:solidFill>
          <a:ln w="12700">
            <a:solidFill>
              <a:srgbClr val="1C1B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28563" y="2286000"/>
            <a:ext cx="130759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spc="88" kern="0" dirty="0">
                <a:solidFill>
                  <a:srgbClr val="6B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449928" y="3429000"/>
            <a:ext cx="3291840" cy="10973"/>
          </a:xfrm>
          <a:prstGeom prst="rect">
            <a:avLst/>
          </a:prstGeom>
          <a:solidFill>
            <a:srgbClr val="A8ADB4"/>
          </a:solidFill>
          <a:ln w="12700">
            <a:solidFill>
              <a:srgbClr val="A8AD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54700" y="3398825"/>
            <a:ext cx="82296" cy="82296"/>
          </a:xfrm>
          <a:prstGeom prst="ellipse">
            <a:avLst/>
          </a:prstGeom>
          <a:solidFill>
            <a:srgbClr val="6B1F2E"/>
          </a:solidFill>
          <a:ln w="12700">
            <a:solidFill>
              <a:srgbClr val="6B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033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40" kern="0" dirty="0">
                <a:solidFill>
                  <a:srgbClr val="555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 ACADÊMICA DE DIREITO E TECNOLOGIA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contato@ladtec.org · @ladtec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Liga Academica de Direito e Tecnologia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LADTEC - Template de slides</dc:title>
  <dc:subject>PptxGenJS Presentation</dc:subject>
  <dc:creator>LADTEC</dc:creator>
  <cp:lastModifiedBy>LADTEC</cp:lastModifiedBy>
  <cp:revision>1</cp:revision>
  <dcterms:created xsi:type="dcterms:W3CDTF">2026-08-18T00:44:29Z</dcterms:created>
  <dcterms:modified xsi:type="dcterms:W3CDTF">2026-08-18T00:44:29Z</dcterms:modified>
</cp:coreProperties>
</file>